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SmartTour: An Intelligent Tourist Places Guide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Review-2 Presentation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 J. Kumudavalli | Y. Revanth | A. Nikitha | G. Sai Rithwik  ·  Guide: Swapna Reddy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We're Solving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Hours of Searching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549364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Travellers spend hours searching across multiple websites just to gather basic destination information.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Scattered &amp; Inconsistent Data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is spread across platforms — inconsistent, hard to compare, and unreliable.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9364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Centralized Platform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549364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no single, unified solution for discovering, exploring, and planning tourist destinations efficiently.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4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SmartTour Solution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83135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29806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Search &amp; Explore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33763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platform to search, discover, and explore tourist destinations with comprehensive details.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383135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2980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Rich Destination Info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93848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History, culture, geography, and imagery — all in one place for every destination.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383135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2980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 &amp; Navigation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938488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maps for navigation and automatic discovery of nearby attractions.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383135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2980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 Favourites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93848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favourite destinations to a personal list for quick, convenient future access.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317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20453"/>
            <a:ext cx="6956251" cy="39419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3829" y="1190129"/>
            <a:ext cx="3602642" cy="1186656"/>
          </a:xfrm>
          <a:prstGeom prst="roundRect">
            <a:avLst>
              <a:gd name="adj" fmla="val 449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67176" y="1323479"/>
            <a:ext cx="380990" cy="38100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1948" y="1428254"/>
            <a:ext cx="171446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67176" y="1789807"/>
            <a:ext cx="333594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067176" y="2073573"/>
            <a:ext cx="333594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HTML, CSS, JavaScript — fully responsive UI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933829" y="2462113"/>
            <a:ext cx="3602642" cy="1186656"/>
          </a:xfrm>
          <a:prstGeom prst="roundRect">
            <a:avLst>
              <a:gd name="adj" fmla="val 449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67176" y="2595463"/>
            <a:ext cx="380990" cy="38100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1948" y="2700238"/>
            <a:ext cx="171446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7176" y="3061791"/>
            <a:ext cx="333594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67176" y="3345557"/>
            <a:ext cx="333594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/ Node.js with REST APIs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933829" y="3734098"/>
            <a:ext cx="3602642" cy="1186656"/>
          </a:xfrm>
          <a:prstGeom prst="roundRect">
            <a:avLst>
              <a:gd name="adj" fmla="val 449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67176" y="3867448"/>
            <a:ext cx="380990" cy="38100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1948" y="3972223"/>
            <a:ext cx="171446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7176" y="4333776"/>
            <a:ext cx="333594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67176" y="4617541"/>
            <a:ext cx="333594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/ MongoDB for destination data storage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933829" y="5006082"/>
            <a:ext cx="3602642" cy="1186656"/>
          </a:xfrm>
          <a:prstGeom prst="roundRect">
            <a:avLst>
              <a:gd name="adj" fmla="val 449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067176" y="5139432"/>
            <a:ext cx="380990" cy="38100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1948" y="5244207"/>
            <a:ext cx="171446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67176" y="5605760"/>
            <a:ext cx="333594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067176" y="5889526"/>
            <a:ext cx="333594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Maps API for location and navigation services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&amp; Workflow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Favourites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clean, end-to-end data flow from user query to personalized destination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1: Search &amp; Destination Display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2251" y="1994297"/>
            <a:ext cx="198452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45656" y="2050951"/>
            <a:ext cx="23673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UI COMPLETE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32251" y="235704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Does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841327"/>
            <a:ext cx="350421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bar with autocomplete functionality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Destination cards showing images, ratings, and key details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APIs currently in progress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4698206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98494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6499" y="4915495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demo: UI mockups and sample data integration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2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2: Map Integration &amp; Navigation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082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Working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15109"/>
            <a:ext cx="350421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Maps API fully integrated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markers rendering correctly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map with destination coordinates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planning for efficient travel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538067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24809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755356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demo: Live map with multiple destination pins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97077" y="1727398"/>
            <a:ext cx="7175519" cy="4277221"/>
          </a:xfrm>
          <a:prstGeom prst="roundRect">
            <a:avLst>
              <a:gd name="adj" fmla="val 3182"/>
            </a:avLst>
          </a:prstGeom>
          <a:solidFill>
            <a:srgbClr val="1B1B27">
              <a:alpha val="9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084" y="1940024"/>
            <a:ext cx="6797505" cy="3851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2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3: Favourites &amp;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2251" y="1691977"/>
            <a:ext cx="180791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45656" y="1748631"/>
            <a:ext cx="21906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COMPLETE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32251" y="205472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Capabilities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539008"/>
            <a:ext cx="3504219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/ unsave destinations to a personal Favourites list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Nearby attractions auto-recommended based on current location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database queries currently in progress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5000724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5287466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6499" y="5218013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demo: Favourites UI and recommendation algorithm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08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Progress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39541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UI, database schema design, and API endpoint architecture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839541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Progress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API development, user authentication, and data integration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839541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 Next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Testing, performance optimization, and deployment setup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8283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4596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Status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30252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features are functional. Backend completion and final polishing are actively underway — SmartTour is on track.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046833" y="264596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Roadmap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046833" y="3130252"/>
            <a:ext cx="2917851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personalized recommendations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support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Weather integration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Hotel &amp; transport booking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reviews &amp; offline mode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2026-09-12T03:32:09Z</dcterms:created>
  <dcterms:modified xsi:type="dcterms:W3CDTF">2026-09-12T03:32:09Z</dcterms:modified>
</cp:coreProperties>
</file>